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/>
  <p:clrMapOvr>
    <a:masterClrMapping/>
  </p:clrMapOvr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</a:schemeClr>
            </a:gs>
            <a:gs pos="100000">
              <a:schemeClr val="phClr">
                <a:shade val="13000"/>
              </a:schemeClr>
            </a:gs>
          </a:gsLst>
          <a:lin ang="16200000" scaled="0"/>
        </a:gra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tint val="93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</vt:lpstr>
      <vt:lpstr>Slide</vt:lpstr>
      <vt:lpstr>Slide</vt:lpstr>
      <vt:lpstr>Slide</vt:lpstr>
      <vt:lpstr>Slide</vt:lpstr>
      <vt:lpstr>Slide</vt:lpstr>
      <vt:lpstr>Slide</vt:lpstr>
      <vt:lpstr>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Plantas_enfermedades2</dc:title>
  <dc:creator>GitHub Copilot</dc:creator>
  <cp:lastModifiedBy>GitHub Copilot</cp:lastModifiedBy>
  <dcterms:created xsi:type="dcterms:W3CDTF">2026-04-30T00:00:00Z</dcterms:created>
  <dcterms:modified xsi:type="dcterms:W3CDTF">2026-04-30T00:00:00Z</dcterms:modified>
</cp:coreProperties>
</file>